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Outcome: a learner reads a two-node workflow that calls a tool and formats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04-Routing-Control-Flow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6-Workflow-To-Agent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6-Workflow-To-Agent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example.py" TargetMode="Externa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THE FRAMEWORK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Integration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just a Python function your graph calls by name.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4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6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Day-05-Tool-Integration\example.py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your graphs have only done text and arithmetic directly inside node functions. Today introduces the idea of a "tool" — without any mystery. A tool is simply a plain Python function that your workflow calls by name. For now the developer decides exactly when the tool runs; the model isn't involved. This sets up Day 6, where a model chooses between actions for the first time.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tool is just a Python function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calculate_total(p, q) multiplies two numbers — nothing more exotic. Calling it a "tool" signals it's a named capability a workflow (and later an agent) can call; the function itself stays ordinary, testable Python.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workflow uses it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node reads price and quantity, calls the tool, and returns just the new total — it doesn't need to copy every existing field. The second node reads total and formats a sentence, keeping calculation and explanation cleanly separate.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 and tracing the graph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steps as always: create a StateGraph, add both nodes, add the fixed edges, compile. Every edge is fixed, so START -&gt; use_tool -&gt; answer -&gt; END is the only path — trace it by hand: price 25, quantity 3, total 75.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Still a workflow, not an agent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here is fixed before the program runs. Tool use alone does not make a system an agent — what makes Day 6 different is a model, not a rule, choosing which permitted action to take next.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3131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4274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use_tool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-&gt; use_tool -&gt; answer -&gt; END is the only possible path — nothing about the input changes which nodes run.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5: Call a plain Python function from a graph node."""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typing import TypedDict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from langgraph.graph import END, START, StateGraph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# This is a normal Python function — our "tool"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def calculate_total(p, q):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return p * 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class State(TypedDict):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   price: float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   quantity: int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total: float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answer: str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# Graph node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def use_tool(state: State):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 total = calculate_total(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        state["price"],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     state["quantity"]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25      )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    return {"total": total}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use_tool -&gt; answer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use_tool, create_answer, and the tool calculate_total.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when the tool runs? The developer — at a fixed point in a fixed graph, every time.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Day-05-Tool-Integration\example.py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tool, both nodes, the fixed path, input, and output.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why this is a workflow and not an agent.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changed price or quantity,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5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6  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2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# Graph node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def create_answer(state: State):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    return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        "answer": f"The total price is {state['total']}."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  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# StateGraph now uses our State definition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graph_builder = StateGraph(State)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graph_builder.add_node("use_tool", use_tool)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graph_builder.add_node("answer", create_answer)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graph_builder.add_edge(START, "use_tool")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 graph_builder.add_edge("use_tool", "answer")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 graph_builder.add_edge("answer", END)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 graph = graph_builder.compile()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 result = graph.invoke({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     "price": 25,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     "quantity": 3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 print(result["answer"])  # Output: The total price is 75.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the tool call happens at a fixed point in a fixed graph, every time.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