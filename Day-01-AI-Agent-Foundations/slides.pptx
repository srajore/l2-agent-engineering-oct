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the workflow/agent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../Day-02-Development-Foundation/slides.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" Target="slide13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2-Development-Foundation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Agent Foundations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code: a decision method for workflow vs. agent.</a:t>
            </a:r>
            <a:endParaRPr lang="en-US" sz="1500" dirty="0"/>
          </a:p>
        </p:txBody>
      </p:sp>
      <p:sp>
        <p:nvSpPr>
          <p:cNvPr id="17" name="Text 15">
            <a:hlinkClick r:id="rId1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8" name="Text 16">
            <a:hlinkClick r:id="rId2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2  →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Day-01-AI-Agent-Foundations\example.py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AI, ML, DL &amp; Generative AI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LLM Mental Model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Makes an Agent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 vs. Agent, in Practice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When to Use Which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>
            <a:hlinkClick r:id="rId8" tooltip="" action="ppaction://hlinksldjump"/>
          </p:cNvPr>
          <p:cNvSpPr txBox="1"/>
          <p:nvPr/>
        </p:nvSpPr>
        <p:spPr>
          <a:xfrm>
            <a:off x="699516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257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>
            <a:hlinkClick r:id="rId9" tooltip="" action="ppaction://hlinksldjump"/>
          </p:cNvPr>
          <p:cNvSpPr txBox="1"/>
          <p:nvPr/>
        </p:nvSpPr>
        <p:spPr>
          <a:xfrm>
            <a:off x="141732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52578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5257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>
            <a:hlinkClick r:id="rId10" tooltip="" action="ppaction://hlinksldjump"/>
          </p:cNvPr>
          <p:cNvSpPr txBox="1"/>
          <p:nvPr/>
        </p:nvSpPr>
        <p:spPr>
          <a:xfrm>
            <a:off x="699516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has almost no coding — it's about building a decision method you'll use for the rest of the course. This one session connects to everything else: a business problem becomes a design choice (workflow or agent), which becomes a LangGraph build starting Day 3, which Claude Code helps you extend starting Day 16, which you evaluate and demonstrate by Day 20. Before any of that, you need a clear head on what generative AI actually provides — and what it doesn't provide on its own, like current private data, verified facts, or durable memory.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Capability Hierarchy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5910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15910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52486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D99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736592" y="52486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Systems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77740" y="5852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CHOOSES ACTIONS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describes an added capability, not a quality ranking — agentic systems add controlled action selection on top of everything below.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 category: software that performs tasks associated with reasoning, perception, prediction, language, or decision support. Avoid equating AI with one model family or one user interface — it's the entire category, not a specific product.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&amp; Deep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finds patterns from examples rather than following a manually written rule. Deep learning is a part of machine learning that uses layered neural networks to learn more complex representations — data enters a learned model and a prediction comes out the other side.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5074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 ·  2 MIN 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explain machine learning and deep learning with one simple workplace example.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produces new content — text, code, images, audio, or structured output — from instructions and context. Generated content still requires validation; fluent output is not the same as correct output.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LLM Mental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call has three parts: instructions and context go in, the model generates a response token by token, and your application code reads the result. The model only sees the packet you hand it — not every system or document you happen to have access to.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an LLM Does Not Provide Automatically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private data, verified facts, business authority, durable memory, tool access, and proof that an action actually succeeded. Your application code supplies these selectively and on purpose — the model never has them by default.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defines an agent as software in which a model can choose a next action, within developer-defined boundaries, to pursue a goal. Boundaries and a stopping condition are part of the definition, not an afterthought added later.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Anatomy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you build in this course has the same parts: a goal, instructions, state, a model, tools, control flow, validation, and a stopping condition. Each part gets its own dedicated session later in the course.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5074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 ·  2 MIN 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could go wrong if one of these parts were missing.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 Autonomy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— not the model — choose which decisions, tools, data, limits, and approvals are even available to select from. More autonomy always increases how much verification the result needs.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5728716" y="17282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28716" y="53858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918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defines every transition. The same state conditions always select the same route — even if a step calls an LLM along the way.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9471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4715501">
            <a:off x="331241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884499">
            <a:off x="827303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339471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884499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587502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715501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D9932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77740" y="3451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SELECTS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8313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25628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375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1690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selects among a small set of allowed actions using current context. Application code validates the selection before executing it.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versus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controls every transition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stable, predictable rules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repeatable — easy to test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latency, lower cost per run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too rigid for real ambiguity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143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1168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chooses within bounded limits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genuinely ambiguous requests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only within the bounds you set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 and cost per decision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a confidently wrong choice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to use which — and when not to use an agent at all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workflow when rules are stable and paths are predictable. Reach for a bounded agent when requests are genuinely ambiguous. Sometimes the right answer is no agent at all: when a mistake is too costly, data or authority isn't available, success can't be measured, or latency/cost don't fit. Adding a model on top of a bad process does not fix the process.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Requirements, acceptance criteria, and SDLC vs. ADLC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describes a needed capability; an acceptance criterion describes an observable, testable result — replace vague words like "accurate" with a concrete example or check. This connects to the SDLC and its agent-specific extension, the ADLC, which adds model behavior, prompts, context, tools, evaluation, and feedback on top of ordinary engineering discipline.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1: see how a request moves through a fixed sequence of steps."""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def understand_request(request):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   return request.lower()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def choose_action(request):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    if "delete" in request: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    return "Ask a human for approval"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return "Continue with the safe workflow"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request = understand_request("Delete an old user account")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action = choose_action(request)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print(action)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plain Python — no framework. LangGraph starts Day 3.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to trace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understand_request -&gt; choose_action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both functions: understand_request, choose_action.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lines at the bottom that call them and print the result.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value from the sample request through each function.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every step here? The developer does — no model call and no framework yet, just two plain functions in a fixed order.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Day-01-AI-Agent-Foundations\example.py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import LangGraph or any other framework — this session is plain Python on purpose, before Day 3.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·  AI &amp; AGENT FOUNDATIONS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both functions and the order they run in.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controls the next step (the developer — no model, no framework yet).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2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2026-09-07T11:16:31Z</dcterms:created>
  <dcterms:modified xsi:type="dcterms:W3CDTF">2026-09-07T11:16:31Z</dcterms:modified>
</cp:coreProperties>
</file>