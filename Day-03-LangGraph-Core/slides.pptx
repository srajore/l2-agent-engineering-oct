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../Day-02-Development-Foundation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4-Routing-Control-Flow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hyperlink" Target="https://docs.langchain.com/oss/python/langgraph/overview" TargetMode="External"/><Relationship Id="rId3" Type="http://schemas.openxmlformats.org/officeDocument/2006/relationships/slide" Target="slide2.xml"/><Relationship Id="rId4" Type="http://schemas.openxmlformats.org/officeDocument/2006/relationships/hyperlink" Target="../Day-04-Routing-Control-Flow/slides.pptx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Core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moves through nodes and edges you can trace by hand.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2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4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Day-03-LangGraph-Core\example.py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2 you could make one model call, but one call is not a workflow. As soon as several steps share data, something has to coordinate them. That's the moment orchestration becomes necessary. Today introduces the smallest possible LangGraph graph — three nodes you can trace by hand.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framework, and why LangGraph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control flow for state, retries, and approvals stops being readable fast. LangGraph keeps state explicit and printable, uses one graph shape for a workflow and a later agent, and natively supports the branches, loops, and interrupts this course builds toward. This course does not teach LangChain classes.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State, nodes, and edges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shared data structure moving through the graph. Nodes are plain functions that read state and return a partial update. Edges connect nodes with no branching yet — that arrives in Day 4.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START, END, and one responsibility per node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connects input to the first node; END marks a terminal point — neither does business work. A well-designed node has one clear purpose, clear inputs, a clear update, and can be tested independently.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Building, compiling, and running the graph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StateGraph, add nodes, add edges, compile, then call .invoke(). Compilation checks the graph is well-formed — it does not prove your logic is correct.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28716" y="17282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28716" y="53858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918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developer-controlled path — every arrow here was written by hand, not chosen at runtime.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3: learn state, nodes, edges, START, and END."""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langgraph.graph import END, START, StateGraph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def clean_text(state):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   return {"text": state["text"].strip()}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def count_words(state):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return {"word_count": len(state["text"].split())}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def create_message(state):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message = f"Your requirement has {state['word_count']} words."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return {"message": message}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graph_builder = StateGraph(dict)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graph_builder.add_node("clean", clean_text)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graph_builder.add_node("count", count_words)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graph_builder.add_node("message", create_message)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graph_builder.add_edge(START, "clean")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graph_builder.add_edge("clean", "count")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graph_builder.add_edge("count", "message")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graph_builder.add_edge("message", END)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graph = graph_builder.compile()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result = graph.invoke({"text": "  User can reset a password  "})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print(result["message"])</a:t>
            </a:r>
            <a:endParaRPr lang="en-US" sz="107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live model call needed for this session.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clean -&gt; count -&gt; message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node: clean_text, count_words, create_message.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StateGraph and the node registrations.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every transition? The developer — the path is fixed no matter what the input text says.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Day-03-LangGraph-Core\example.py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all three nodes, and the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(the developer, via fixed edges).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3 README</a:t>
            </a:r>
            <a:endParaRPr lang="en-US" sz="1150" dirty="0"/>
          </a:p>
        </p:txBody>
      </p:sp>
      <p:sp>
        <p:nvSpPr>
          <p:cNvPr id="7" name="Text 5">
            <a:hlinkClick r:id="rId2" tooltip=""/>
          </p:cNvPr>
          <p:cNvSpPr txBox="1"/>
          <p:nvPr/>
        </p:nvSpPr>
        <p:spPr>
          <a:xfrm>
            <a:off x="873252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LangGraph docs</a:t>
            </a:r>
            <a:endParaRPr lang="en-US" sz="1150" dirty="0"/>
          </a:p>
        </p:txBody>
      </p:sp>
      <p:sp>
        <p:nvSpPr>
          <p:cNvPr id="8" name="Text 6">
            <a:hlinkClick r:id="rId3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10" name="Text 8">
            <a:hlinkClick r:id="rId4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4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